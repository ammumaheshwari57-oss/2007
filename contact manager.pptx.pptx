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enu p" initials="mp" lastIdx="1" clrIdx="0">
    <p:extLst>
      <p:ext uri="{19B8F6BF-5375-455C-9EA6-DF929625EA0E}">
        <p15:presenceInfo xmlns:p15="http://schemas.microsoft.com/office/powerpoint/2012/main" userId="a3727fb0fc7649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commentAuthors" Target="commentAuthor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9T13:48:30.833" idx="1">
    <p:pos x="3677" y="3669"/>
    <p:text>Feature</p:text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</p:spPr>
        <p:txBody>
          <a:bodyPr/>
          <a:lstStyle/>
          <a:p>
            <a:r>
              <a:rPr>
                <a:solidFill>
                  <a:schemeClr val="accent5"/>
                </a:solidFill>
              </a:rPr>
              <a:t>Smart</a:t>
            </a:r>
            <a:r>
              <a:t> </a:t>
            </a:r>
            <a:r>
              <a:rPr>
                <a:solidFill>
                  <a:schemeClr val="accent5"/>
                </a:solidFill>
              </a:rPr>
              <a:t>Contact</a:t>
            </a:r>
            <a:r>
              <a:t> </a:t>
            </a:r>
            <a:r>
              <a:rPr>
                <a:solidFill>
                  <a:schemeClr val="accent5"/>
                </a:solidFill>
              </a:rPr>
              <a:t>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FF7701-9680-F855-E0D2-0A6512CC9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781" y="2811411"/>
            <a:ext cx="4666482" cy="28273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071"/>
            <a:ext cx="8229600" cy="1281567"/>
          </a:xfrm>
        </p:spPr>
        <p:txBody>
          <a:bodyPr/>
          <a:lstStyle/>
          <a:p>
            <a:r>
              <a:rPr>
                <a:solidFill>
                  <a:schemeClr val="accent6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007" y="1371600"/>
            <a:ext cx="8229600" cy="4525963"/>
          </a:xfrm>
        </p:spPr>
        <p:txBody>
          <a:bodyPr/>
          <a:lstStyle/>
          <a:p>
            <a:r>
              <a:t>Smart Contact Manager is a system used to store and manage contact details like name, phone number and email.</a:t>
            </a:r>
          </a:p>
        </p:txBody>
      </p:sp>
      <p:pic>
        <p:nvPicPr>
          <p:cNvPr id="4" name="Picture 3" descr="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370193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F74EBE-2ED8-1D29-9407-D3D43EFD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72" y="2844196"/>
            <a:ext cx="6096000" cy="38777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6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14" y="1329757"/>
            <a:ext cx="8229600" cy="4525963"/>
          </a:xfrm>
        </p:spPr>
        <p:txBody>
          <a:bodyPr/>
          <a:lstStyle/>
          <a:p>
            <a:r>
              <a:t>The objective of this system is to manage contacts efficiently and allow quick access to contact information.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6ADE32-5394-CA7D-9777-A52E9C7E5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605" y="3429000"/>
            <a:ext cx="3687535" cy="27159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236" y="160337"/>
            <a:ext cx="8229600" cy="1143000"/>
          </a:xfrm>
        </p:spPr>
        <p:txBody>
          <a:bodyPr/>
          <a:lstStyle/>
          <a:p>
            <a:r>
              <a:rPr>
                <a:solidFill>
                  <a:schemeClr val="accent6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contacts manually or across multiple apps can be difficult and time‑consuming.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35EBBB-B1D8-4709-09BF-617F79042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55" y="3160471"/>
            <a:ext cx="7138553" cy="3262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>
                <a:solidFill>
                  <a:schemeClr val="accent6"/>
                </a:solidFill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Contact Manager provides a centralized system to store and organize all contacts.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6"/>
                </a:solidFill>
              </a:rP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Contacts</a:t>
            </a:r>
          </a:p>
          <a:p>
            <a:r>
              <a:t>• Edit Contacts</a:t>
            </a:r>
          </a:p>
          <a:p>
            <a:r>
              <a:t>• Delete Contacts</a:t>
            </a:r>
          </a:p>
          <a:p>
            <a:r>
              <a:t>• View Contact List</a:t>
            </a:r>
          </a:p>
          <a:p>
            <a:r>
              <a:t>• Search Contacts</a:t>
            </a:r>
          </a:p>
        </p:txBody>
      </p:sp>
      <p:pic>
        <p:nvPicPr>
          <p:cNvPr id="4" name="Picture 3" descr="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370193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6"/>
                </a:solidFill>
              </a:rPr>
              <a:t>Contact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contact details are stored securely in a database for easy retrieval.</a:t>
            </a:r>
          </a:p>
        </p:txBody>
      </p:sp>
      <p:pic>
        <p:nvPicPr>
          <p:cNvPr id="4" name="Picture 3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370193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9357"/>
            <a:ext cx="8229600" cy="1143000"/>
          </a:xfrm>
        </p:spPr>
        <p:txBody>
          <a:bodyPr/>
          <a:lstStyle/>
          <a:p>
            <a:r>
              <a:rPr>
                <a:solidFill>
                  <a:schemeClr val="accent6"/>
                </a:solidFill>
              </a:rPr>
              <a:t>Search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can quickly search contacts using name, phone number or email.</a:t>
            </a:r>
          </a:p>
        </p:txBody>
      </p:sp>
      <p:pic>
        <p:nvPicPr>
          <p:cNvPr id="4" name="Picture 3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370193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6"/>
                </a:solidFill>
              </a:rP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provides a simple and user‑friendly interface for easy navigation.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9C114-DB7F-6B4E-DAED-66430092F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46" y="3163086"/>
            <a:ext cx="7410806" cy="3420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6"/>
                </a:solidFill>
              </a:rPr>
              <a:t>Mobile Accessibility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393" y="1817915"/>
            <a:ext cx="8229600" cy="4525963"/>
          </a:xfrm>
        </p:spPr>
        <p:txBody>
          <a:bodyPr/>
          <a:lstStyle/>
          <a:p>
            <a:r>
              <a:t>Contacts can be accessed from mobile devices anytime.</a:t>
            </a:r>
          </a:p>
        </p:txBody>
      </p:sp>
      <p:pic>
        <p:nvPicPr>
          <p:cNvPr id="4" name="Picture 3" descr="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370193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904" y="-207269"/>
            <a:ext cx="8229600" cy="1143000"/>
          </a:xfrm>
        </p:spPr>
        <p:txBody>
          <a:bodyPr/>
          <a:lstStyle/>
          <a:p>
            <a:r>
              <a:rPr>
                <a:solidFill>
                  <a:schemeClr val="accent6"/>
                </a:solidFill>
              </a:rPr>
              <a:t>Cloud 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9692"/>
            <a:ext cx="8229600" cy="4525963"/>
          </a:xfrm>
        </p:spPr>
        <p:txBody>
          <a:bodyPr/>
          <a:lstStyle/>
          <a:p>
            <a:r>
              <a:t>Contacts can be synchronized across devices using cloud technology.</a:t>
            </a:r>
          </a:p>
        </p:txBody>
      </p:sp>
      <p:pic>
        <p:nvPicPr>
          <p:cNvPr id="4" name="Picture 3" descr="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214" y="2092574"/>
            <a:ext cx="2370193" cy="160020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0C31BA-81D3-FD25-4A8B-4B23335D7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994372"/>
              </p:ext>
            </p:extLst>
          </p:nvPr>
        </p:nvGraphicFramePr>
        <p:xfrm>
          <a:off x="914400" y="1702345"/>
          <a:ext cx="625928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429">
                  <a:extLst>
                    <a:ext uri="{9D8B030D-6E8A-4147-A177-3AD203B41FA5}">
                      <a16:colId xmlns:a16="http://schemas.microsoft.com/office/drawing/2014/main" val="1409750120"/>
                    </a:ext>
                  </a:extLst>
                </a:gridCol>
                <a:gridCol w="2086429">
                  <a:extLst>
                    <a:ext uri="{9D8B030D-6E8A-4147-A177-3AD203B41FA5}">
                      <a16:colId xmlns:a16="http://schemas.microsoft.com/office/drawing/2014/main" val="290222378"/>
                    </a:ext>
                  </a:extLst>
                </a:gridCol>
                <a:gridCol w="2086429">
                  <a:extLst>
                    <a:ext uri="{9D8B030D-6E8A-4147-A177-3AD203B41FA5}">
                      <a16:colId xmlns:a16="http://schemas.microsoft.com/office/drawing/2014/main" val="1609900884"/>
                    </a:ext>
                  </a:extLst>
                </a:gridCol>
              </a:tblGrid>
              <a:tr h="299370">
                <a:tc>
                  <a:txBody>
                    <a:bodyPr/>
                    <a:lstStyle/>
                    <a:p>
                      <a:r>
                        <a:rPr lang="en-IN"/>
                        <a:t>Feature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00993"/>
                  </a:ext>
                </a:extLst>
              </a:tr>
              <a:tr h="1197480">
                <a:tc>
                  <a:txBody>
                    <a:bodyPr/>
                    <a:lstStyle/>
                    <a:p>
                      <a:r>
                        <a:rPr lang="en-IN" b="1"/>
                        <a:t>Real-time Sync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Automatic updates accross iCloud, Google, cardDAV without manual refresh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Cloud contacts app, personify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756013"/>
                  </a:ext>
                </a:extLst>
              </a:tr>
              <a:tr h="972953">
                <a:tc>
                  <a:txBody>
                    <a:bodyPr/>
                    <a:lstStyle/>
                    <a:p>
                      <a:r>
                        <a:rPr lang="en-IN" b="1"/>
                        <a:t>Multi Device support 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Desktop/mobile/ web access with offline mode fallback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Smart contacts (Google Play, GitHub SCM projects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120469"/>
                  </a:ext>
                </a:extLst>
              </a:tr>
              <a:tr h="972953">
                <a:tc>
                  <a:txBody>
                    <a:bodyPr/>
                    <a:lstStyle/>
                    <a:p>
                      <a:r>
                        <a:rPr lang="en-IN" b="1"/>
                        <a:t>Back-up and restore 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One tap cloud backups to Google Drive/Dropbox,auto-dupe merge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Contacts+, Contact book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116342"/>
                  </a:ext>
                </a:extLst>
              </a:tr>
              <a:tr h="748425">
                <a:tc>
                  <a:txBody>
                    <a:bodyPr/>
                    <a:lstStyle/>
                    <a:p>
                      <a:r>
                        <a:rPr lang="en-IN" b="1"/>
                        <a:t>Security 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End-to-end encryption,ni middleman servers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Role-based auth in cloud CRMs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0473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6"/>
                </a:solidFill>
              </a:rP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authentication and secure storage protect personal data.</a:t>
            </a:r>
          </a:p>
        </p:txBody>
      </p:sp>
      <p:pic>
        <p:nvPicPr>
          <p:cNvPr id="4" name="Picture 3" descr="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2370193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3567" y="0"/>
            <a:ext cx="8229600" cy="1143000"/>
          </a:xfrm>
        </p:spPr>
        <p:txBody>
          <a:bodyPr/>
          <a:lstStyle/>
          <a:p>
            <a:r>
              <a:rPr>
                <a:solidFill>
                  <a:schemeClr val="accent6"/>
                </a:solidFill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790700"/>
            <a:ext cx="8229600" cy="4525963"/>
          </a:xfrm>
        </p:spPr>
        <p:txBody>
          <a:bodyPr/>
          <a:lstStyle/>
          <a:p>
            <a:r>
              <a:t>• Saves time</a:t>
            </a:r>
          </a:p>
          <a:p>
            <a:r>
              <a:t>• Easy contact management</a:t>
            </a:r>
          </a:p>
          <a:p>
            <a:r>
              <a:t>• Secure data storage</a:t>
            </a:r>
          </a:p>
          <a:p>
            <a:r>
              <a:t>• Organized contact 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6"/>
                </a:solidFill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personal contact management, business directories and customer management systems.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accent6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Contact Manager simplifies contact organization and improves accessibility.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Smart Contact Manager</vt:lpstr>
      <vt:lpstr>Introduction</vt:lpstr>
      <vt:lpstr>Objective</vt:lpstr>
      <vt:lpstr>Problem Statement</vt:lpstr>
      <vt:lpstr>Proposed Solution</vt:lpstr>
      <vt:lpstr>System Features</vt:lpstr>
      <vt:lpstr>Contact Storage</vt:lpstr>
      <vt:lpstr>Search Function</vt:lpstr>
      <vt:lpstr>User Interface</vt:lpstr>
      <vt:lpstr>Mobile Accessibility</vt:lpstr>
      <vt:lpstr>Cloud Synchronization</vt:lpstr>
      <vt:lpstr>Security</vt:lpstr>
      <vt:lpstr>Advantages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Contact Manager</dc:title>
  <dc:subject/>
  <dc:creator/>
  <cp:keywords/>
  <dc:description>generated using python-pptx</dc:description>
  <cp:lastModifiedBy>meenu p</cp:lastModifiedBy>
  <cp:revision>2</cp:revision>
  <dcterms:created xsi:type="dcterms:W3CDTF">2013-01-27T09:14:16Z</dcterms:created>
  <dcterms:modified xsi:type="dcterms:W3CDTF">2026-03-09T08:48:06Z</dcterms:modified>
  <cp:category/>
</cp:coreProperties>
</file>